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the Sociological Perspective Important in Teaching Social Science?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B233"/>
                </a:solidFill>
              </a:rPr>
              <a:t>Name: Anoof K | Registration Number: 2301604203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Sociological Perspective?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170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Examines social patterns, relationships, and structures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764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Looks beyond individual behavior to social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3591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Questions taken-for-granted assumptions about society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9535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Develops critical thinking and analytical skills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Foundational Theorists &amp; Concepts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B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C. Wright Mills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Sociological Imagination - connecting personal troubles to social issues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B2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Émile Durkheim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Social Facts - patterns of behavior in society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B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Max Weber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Social Action - understanding motivations behind behavior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B2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Karl Marx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Social Conflict &amp; Inequality in society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Analytical Levels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45720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1C2C"/>
                </a:solidFill>
              </a:rPr>
              <a:t>Macro Level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Institutions, communities, global structures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1C2C"/>
                </a:solidFill>
              </a:rPr>
              <a:t>Micro Level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Individual interactions, daily relationships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1C2C"/>
                </a:solidFill>
              </a:rPr>
              <a:t>Meso Level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Organizations, cultural groups, networks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Develops Critical Thinking &amp;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In Students: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Question stereotypes and bias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Understand inequality &amp; diversity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396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Connect issues to social problems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237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Develop empathy and awareness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Build evidence-based reasoning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In Teaching: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Moves beyond memorization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Encourages discussion &amp; debate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396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Connects theory to real life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5237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Builds civic engagement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907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Prepares informed citizens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Across Social Science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61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Economics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Inequality, labor markets, globalization patterns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09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History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Social movements, cultural change, power structures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Geography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Urbanization, migration, spatial justice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Civics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063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Institutions, voting behavior, policy impact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118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Social causes of environmental issues, justice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Sociological Imagination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Example: Understanding Unemployment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9B233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51C2C"/>
                </a:solidFill>
              </a:rPr>
              <a:t>Personal Level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51C2C"/>
                </a:solidFill>
              </a:rPr>
              <a:t>• One person lost job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51C2C"/>
                </a:solidFill>
              </a:rPr>
              <a:t>• Lack of skills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51C2C"/>
                </a:solidFill>
              </a:rPr>
              <a:t>• Motivation issues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08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Social Level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Economic recession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Automation/tech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Labor market changes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Systemic inequality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The sociological perspective connects individual problems to social forces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Implementing in the Classroom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Case Studies: Real-world issues analyzed from multiple perspectives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Debates: Discuss social issues with evidence-based arguments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Field Research: Observe and analyze social patterns in community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Primary Sources: Analyze historical documents and social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Group Projects: Collaborative problem-solving on social issues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Reflective Writing: Connect personal experiences to social theory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Benefits &amp;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1C2C"/>
                </a:solidFill>
              </a:rPr>
              <a:t>For Students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Informed decision-making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Civic participation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Career readiness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Empathy &amp; cultural awareness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1C2C"/>
                </a:solidFill>
              </a:rPr>
              <a:t>For Society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More engaged citizens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Better policy understanding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Reduced prejudice &amp; bias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Active social change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Connects individual experiences to broader social structures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Develops critical, reflective, and empathetic thinkers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Makes social science engaging, relevant, and meaningful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Prepares students to become informed, active citizens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Essential for understanding complex modern society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B233"/>
                </a:solidFill>
              </a:rPr>
              <a:t>Building a more informed, empathetic, and engaged society through education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2026-04-23T04:20:32Z</dcterms:created>
  <dcterms:modified xsi:type="dcterms:W3CDTF">2026-04-23T04:20:32Z</dcterms:modified>
</cp:coreProperties>
</file>